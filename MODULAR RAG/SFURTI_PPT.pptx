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91B1-66C1-2C5F-6827-8A94B87CA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4BC594-5162-6B07-E02A-A51E0EAC7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ABA23-CC8D-8FE1-663F-55FB380B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DF30C-71B4-0651-D229-AFFADEDB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6773A-50B8-BA1F-8C48-54EB16F8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17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B67B-6B93-EC19-461F-93874402D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9E186-AF89-526B-2E5D-CF95BB6FBE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65C88-D9D4-F9D0-6202-04ADF6CF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BE7A6-F74D-D16E-3FDA-F4C47722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50BEF-EA59-6399-5C62-29F19F962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34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0949F-5521-7693-A229-3402832B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7EDDB4-E85A-D6D6-CC29-F12F86FAA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E653A-3516-50A6-2122-F43D7E486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540D6-24ED-C2E9-E2EC-469F002A4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CA9A3-A691-7A06-BE56-52726249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488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AC4D1-6F97-AD2D-A2FF-6D0B1D38B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9D294-9148-B6BE-BB9A-DFC8224114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53647F-0B5A-308E-437F-6987FCC21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FEF3A-DA9E-3A5B-2ECC-C6D61ABA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8959D-95AB-1606-CB8D-8434742DE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203AA-D942-834F-880E-5EC58FF8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42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6F05-EC9B-2043-20F2-8F47FF1CA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B52882-D0D6-0C54-D88F-B7F64C78F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30F59C-B53E-C483-C944-29CE4E17B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4A2B3-C467-D180-0DD7-9D9C355FE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EE6318-8958-A4AF-B747-30AEC319B5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F91681-0C2F-BBF0-10E8-487C58D6A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44360B-CF47-3C51-A968-16FC0196A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6DA5B4-1DAB-EF54-F71D-912A0712E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16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049F0-390A-D317-3BAE-55138FCA4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12E67-B8F6-99DB-141C-C838C7935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00101-1E08-5A28-4CCF-5ED0D4CA3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BD3F6-A5EF-7859-FA91-55B89869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15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A38FD8-C585-1167-860E-62DD962B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C2C7E5-193A-B62B-88A1-E6B2DA5C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C71B-F772-EB78-2DDD-B70763A63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4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16D66-AC54-041D-BAEF-7A46EA8FF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60A9A-FA07-2F8F-D627-04BA108F3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D07A1A-0E15-1DD5-708D-AA4591B3B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AA363-73FA-609C-BD5D-B64A8844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D2E21-E739-8057-0468-56336CE6E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26E39B-66A0-5932-29B7-896F3C541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1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7C5C3-CDA9-81F3-B206-202E44096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1FF886-2CC0-5422-EDF0-85B667E13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27E86-0159-4804-429C-1ADF64E54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5F6D0D-834A-A729-13B6-B80B951AA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6F49B-6E8F-C635-F347-80CBA977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AD625-3D74-9EC9-CDEE-4C00AB96A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87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AC4AC-8A2B-0194-BB18-4A869486F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BD253E-8F32-337A-60BA-8E61B8C62A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96F346-A5C0-74B4-B74F-4F73D7346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E1F9B6-8D33-5E71-E4F9-66B55C33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66A23-B840-EB91-5D6C-B01897CE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D1958-4FE1-4139-87FE-C1C857EDE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53D54-7124-CD92-1F61-8389D2756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BAEA4-F266-9AB1-17EC-FD97647A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62856-103B-3289-38E5-C2443439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223A1-5181-5701-728E-5EF8983C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31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7269F7-68F3-5C13-45EF-B8641F831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FAA24-4193-DA9F-21BF-43749B821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4C90D-CA2F-D922-6E38-B1C2C9326C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0F946-A00D-46AF-8235-30DC907B9E02}" type="datetimeFigureOut">
              <a:rPr lang="en-IN" smtClean="0"/>
              <a:t>08-10-2026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FD306-C509-1FF9-291E-C3CCB9BFE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D7017-2A07-319C-51DF-C5F7B6F9B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B38BD-431D-4FBB-9E54-39138351371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935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D8F8C-56F6-197B-5251-C5BEA8EA0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4165" y="1034464"/>
            <a:ext cx="10582513" cy="2792105"/>
          </a:xfrm>
        </p:spPr>
        <p:txBody>
          <a:bodyPr>
            <a:normAutofit/>
          </a:bodyPr>
          <a:lstStyle/>
          <a:p>
            <a:r>
              <a:rPr lang="en-IN" sz="5600" dirty="0">
                <a:solidFill>
                  <a:srgbClr val="FFFFFF"/>
                </a:solidFill>
              </a:rPr>
              <a:t>Review Meeting of </a:t>
            </a:r>
            <a:r>
              <a:rPr lang="en-IN" sz="5600">
                <a:solidFill>
                  <a:srgbClr val="FFFFFF"/>
                </a:solidFill>
              </a:rPr>
              <a:t>the SFURTI </a:t>
            </a:r>
            <a:r>
              <a:rPr lang="en-IN" sz="5600" dirty="0">
                <a:solidFill>
                  <a:srgbClr val="FFFFFF"/>
                </a:solidFill>
              </a:rPr>
              <a:t>Project on 09-11-2026</a:t>
            </a:r>
          </a:p>
        </p:txBody>
      </p:sp>
      <p:sp>
        <p:nvSpPr>
          <p:cNvPr id="28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79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4F825-476E-3D3F-67B5-525DA1D0E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241" y="114457"/>
            <a:ext cx="11907518" cy="661035"/>
          </a:xfrm>
          <a:gradFill flip="none" rotWithShape="1">
            <a:gsLst>
              <a:gs pos="0">
                <a:schemeClr val="accent6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STATUS OF SFURTI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816AC7-AAEA-50A4-B5BE-A4520C1670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8631353"/>
              </p:ext>
            </p:extLst>
          </p:nvPr>
        </p:nvGraphicFramePr>
        <p:xfrm>
          <a:off x="142241" y="775492"/>
          <a:ext cx="11907518" cy="591664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296159">
                  <a:extLst>
                    <a:ext uri="{9D8B030D-6E8A-4147-A177-3AD203B41FA5}">
                      <a16:colId xmlns:a16="http://schemas.microsoft.com/office/drawing/2014/main" val="2007706501"/>
                    </a:ext>
                  </a:extLst>
                </a:gridCol>
                <a:gridCol w="3312160">
                  <a:extLst>
                    <a:ext uri="{9D8B030D-6E8A-4147-A177-3AD203B41FA5}">
                      <a16:colId xmlns:a16="http://schemas.microsoft.com/office/drawing/2014/main" val="1585615224"/>
                    </a:ext>
                  </a:extLst>
                </a:gridCol>
                <a:gridCol w="3352801">
                  <a:extLst>
                    <a:ext uri="{9D8B030D-6E8A-4147-A177-3AD203B41FA5}">
                      <a16:colId xmlns:a16="http://schemas.microsoft.com/office/drawing/2014/main" val="197344533"/>
                    </a:ext>
                  </a:extLst>
                </a:gridCol>
                <a:gridCol w="2946398">
                  <a:extLst>
                    <a:ext uri="{9D8B030D-6E8A-4147-A177-3AD203B41FA5}">
                      <a16:colId xmlns:a16="http://schemas.microsoft.com/office/drawing/2014/main" val="3490655388"/>
                    </a:ext>
                  </a:extLst>
                </a:gridCol>
              </a:tblGrid>
              <a:tr h="124466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endParaRPr lang="en-IN" sz="2400" b="1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Sambalpur</a:t>
                      </a:r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N" sz="24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Kuchinda</a:t>
                      </a:r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Apparel Cluster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Subarnpur</a:t>
                      </a:r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N" sz="24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Sagarpalli</a:t>
                      </a:r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Weaving  Cluster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24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Kandhamal</a:t>
                      </a:r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N" sz="24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Gumamaha</a:t>
                      </a:r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</a:t>
                      </a:r>
                      <a:r>
                        <a:rPr lang="en-IN" sz="2400" b="1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Raikia</a:t>
                      </a:r>
                      <a:r>
                        <a:rPr lang="en-IN" sz="24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 Turmeric Cluster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6432754"/>
                  </a:ext>
                </a:extLst>
              </a:tr>
              <a:tr h="1326371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CDE Appointment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Yes</a:t>
                      </a: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 Yes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376799"/>
                  </a:ext>
                </a:extLst>
              </a:tr>
              <a:tr h="9977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Draft Tender  vetted with KVIC 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>
                          <a:solidFill>
                            <a:srgbClr val="000000"/>
                          </a:solidFill>
                          <a:effectLst/>
                        </a:rPr>
                        <a:t>Yes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767982"/>
                  </a:ext>
                </a:extLst>
              </a:tr>
              <a:tr h="7328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Floating of Tender Paper 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0069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Soft Intervention Plan Submission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584" marR="100584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No</a:t>
                      </a:r>
                      <a:endParaRPr kumimoji="0" lang="en-I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806864"/>
                  </a:ext>
                </a:extLst>
              </a:tr>
              <a:tr h="99778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CWC Meeting Proceeding Submission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00584" marR="100584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No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6C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4274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667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60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Calibri</vt:lpstr>
      <vt:lpstr>Office Theme</vt:lpstr>
      <vt:lpstr>Review Meeting of the SFURTI Project on 09-11-2026</vt:lpstr>
      <vt:lpstr>STATUS OF SFURTI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HA179602@365mak.com</dc:creator>
  <cp:lastModifiedBy>HA179602@365mak.com</cp:lastModifiedBy>
  <cp:revision>54</cp:revision>
  <dcterms:created xsi:type="dcterms:W3CDTF">2026-09-01T09:37:32Z</dcterms:created>
  <dcterms:modified xsi:type="dcterms:W3CDTF">2026-10-08T13:36:11Z</dcterms:modified>
</cp:coreProperties>
</file>