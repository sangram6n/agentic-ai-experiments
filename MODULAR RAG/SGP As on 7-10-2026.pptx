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5B858-5458-4867-8523-CF2C3BC47C7E}" type="doc">
      <dgm:prSet loTypeId="urn:microsoft.com/office/officeart/2018/2/layout/IconCircleList" loCatId="icon" qsTypeId="urn:microsoft.com/office/officeart/2005/8/quickstyle/simple1#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34C866F-B124-44B4-B5ED-91FE7460B138}">
      <dgm:prSet/>
      <dgm:spPr/>
      <dgm:t>
        <a:bodyPr/>
        <a:lstStyle/>
        <a:p>
          <a:r>
            <a:rPr lang="en-IN"/>
            <a:t>Operational Guidelines</a:t>
          </a:r>
          <a:endParaRPr lang="en-US"/>
        </a:p>
      </dgm:t>
    </dgm:pt>
    <dgm:pt modelId="{795AAAE4-9C65-414D-89BE-90DACC53676E}" type="parTrans" cxnId="{64364ADB-4FCE-4583-B8B5-8A7DD4EA8723}">
      <dgm:prSet/>
      <dgm:spPr/>
      <dgm:t>
        <a:bodyPr/>
        <a:lstStyle/>
        <a:p>
          <a:endParaRPr lang="en-US"/>
        </a:p>
      </dgm:t>
    </dgm:pt>
    <dgm:pt modelId="{2D974165-68A7-4A22-BD80-2D0316A5742B}" type="sibTrans" cxnId="{64364ADB-4FCE-4583-B8B5-8A7DD4EA8723}">
      <dgm:prSet/>
      <dgm:spPr/>
      <dgm:t>
        <a:bodyPr/>
        <a:lstStyle/>
        <a:p>
          <a:endParaRPr lang="en-US"/>
        </a:p>
      </dgm:t>
    </dgm:pt>
    <dgm:pt modelId="{332AE913-945B-4AA9-9580-894AC983B198}">
      <dgm:prSet/>
      <dgm:spPr/>
      <dgm:t>
        <a:bodyPr/>
        <a:lstStyle/>
        <a:p>
          <a:r>
            <a:rPr lang="en-IN"/>
            <a:t>Frequent awareness on safety measure procedure.</a:t>
          </a:r>
          <a:endParaRPr lang="en-US"/>
        </a:p>
      </dgm:t>
    </dgm:pt>
    <dgm:pt modelId="{60B7947A-2C60-42E1-AC51-93A7A028FF38}" type="parTrans" cxnId="{B723A6F0-D74A-4179-A080-D5045D37D869}">
      <dgm:prSet/>
      <dgm:spPr/>
      <dgm:t>
        <a:bodyPr/>
        <a:lstStyle/>
        <a:p>
          <a:endParaRPr lang="en-US"/>
        </a:p>
      </dgm:t>
    </dgm:pt>
    <dgm:pt modelId="{D68C4B55-80DE-4F70-97DC-2BB9C210AEF9}" type="sibTrans" cxnId="{B723A6F0-D74A-4179-A080-D5045D37D869}">
      <dgm:prSet/>
      <dgm:spPr/>
      <dgm:t>
        <a:bodyPr/>
        <a:lstStyle/>
        <a:p>
          <a:endParaRPr lang="en-US"/>
        </a:p>
      </dgm:t>
    </dgm:pt>
    <dgm:pt modelId="{3122D461-F1A7-4500-8A52-3F4D1387114B}">
      <dgm:prSet/>
      <dgm:spPr/>
      <dgm:t>
        <a:bodyPr/>
        <a:lstStyle/>
        <a:p>
          <a:r>
            <a:rPr lang="en-IN"/>
            <a:t>Monthly Review Meeting of SHGs.</a:t>
          </a:r>
          <a:endParaRPr lang="en-US"/>
        </a:p>
      </dgm:t>
    </dgm:pt>
    <dgm:pt modelId="{D76FDE2F-02CB-483D-845A-78C66013363D}" type="parTrans" cxnId="{CFC33A62-DB81-4B63-907E-F18710F829A5}">
      <dgm:prSet/>
      <dgm:spPr/>
      <dgm:t>
        <a:bodyPr/>
        <a:lstStyle/>
        <a:p>
          <a:endParaRPr lang="en-US"/>
        </a:p>
      </dgm:t>
    </dgm:pt>
    <dgm:pt modelId="{E7C326DE-6363-494B-8242-DBFDE1A9ECF4}" type="sibTrans" cxnId="{CFC33A62-DB81-4B63-907E-F18710F829A5}">
      <dgm:prSet/>
      <dgm:spPr/>
      <dgm:t>
        <a:bodyPr/>
        <a:lstStyle/>
        <a:p>
          <a:endParaRPr lang="en-US"/>
        </a:p>
      </dgm:t>
    </dgm:pt>
    <dgm:pt modelId="{9C8F72A5-FE33-4F05-A26F-6D7882EDD578}">
      <dgm:prSet/>
      <dgm:spPr/>
      <dgm:t>
        <a:bodyPr/>
        <a:lstStyle/>
        <a:p>
          <a:r>
            <a:rPr lang="en-IN" dirty="0"/>
            <a:t>Role of EA/Accountant on the project. </a:t>
          </a:r>
          <a:endParaRPr lang="en-US" dirty="0"/>
        </a:p>
      </dgm:t>
    </dgm:pt>
    <dgm:pt modelId="{F296565A-A06C-480F-B407-14CEB16FF554}" type="parTrans" cxnId="{C1F444AF-EE71-4243-BE48-C2CAAF2FFB14}">
      <dgm:prSet/>
      <dgm:spPr/>
      <dgm:t>
        <a:bodyPr/>
        <a:lstStyle/>
        <a:p>
          <a:endParaRPr lang="en-US"/>
        </a:p>
      </dgm:t>
    </dgm:pt>
    <dgm:pt modelId="{458D361B-E84A-4EE6-AD32-E61C82C35CBB}" type="sibTrans" cxnId="{C1F444AF-EE71-4243-BE48-C2CAAF2FFB14}">
      <dgm:prSet/>
      <dgm:spPr/>
      <dgm:t>
        <a:bodyPr/>
        <a:lstStyle/>
        <a:p>
          <a:endParaRPr lang="en-US"/>
        </a:p>
      </dgm:t>
    </dgm:pt>
    <dgm:pt modelId="{014E7397-8564-4D84-9522-A4C91B2F3A87}">
      <dgm:prSet/>
      <dgm:spPr/>
      <dgm:t>
        <a:bodyPr/>
        <a:lstStyle/>
        <a:p>
          <a:r>
            <a:rPr lang="en-IN"/>
            <a:t>Quarterly Coordination Meeting with concerned IOCs.</a:t>
          </a:r>
          <a:endParaRPr lang="en-US"/>
        </a:p>
      </dgm:t>
    </dgm:pt>
    <dgm:pt modelId="{1F775A90-8223-4A6D-9BF9-32F2BF9F4FD7}" type="parTrans" cxnId="{F7F6829E-9E3A-478C-A64C-80CD7DDFD3EF}">
      <dgm:prSet/>
      <dgm:spPr/>
      <dgm:t>
        <a:bodyPr/>
        <a:lstStyle/>
        <a:p>
          <a:endParaRPr lang="en-US"/>
        </a:p>
      </dgm:t>
    </dgm:pt>
    <dgm:pt modelId="{A8ACAC10-46CA-4191-8E5A-DB45A008B4B7}" type="sibTrans" cxnId="{F7F6829E-9E3A-478C-A64C-80CD7DDFD3EF}">
      <dgm:prSet/>
      <dgm:spPr/>
      <dgm:t>
        <a:bodyPr/>
        <a:lstStyle/>
        <a:p>
          <a:endParaRPr lang="en-US"/>
        </a:p>
      </dgm:t>
    </dgm:pt>
    <dgm:pt modelId="{4CC3774D-1616-407F-8364-871C7041EA51}">
      <dgm:prSet/>
      <dgm:spPr/>
      <dgm:t>
        <a:bodyPr/>
        <a:lstStyle/>
        <a:p>
          <a:r>
            <a:rPr lang="en-IN"/>
            <a:t>Maintenance of Consumer based MIS at State Level.</a:t>
          </a:r>
          <a:endParaRPr lang="en-US"/>
        </a:p>
      </dgm:t>
    </dgm:pt>
    <dgm:pt modelId="{AFF73F31-279B-447F-874D-AD726639BDAB}" type="parTrans" cxnId="{2C7D1AD2-254C-44F8-8FEA-534231102FED}">
      <dgm:prSet/>
      <dgm:spPr/>
      <dgm:t>
        <a:bodyPr/>
        <a:lstStyle/>
        <a:p>
          <a:endParaRPr lang="en-US"/>
        </a:p>
      </dgm:t>
    </dgm:pt>
    <dgm:pt modelId="{134ADB97-41B0-4583-B2B5-D5A16A07133E}" type="sibTrans" cxnId="{2C7D1AD2-254C-44F8-8FEA-534231102FED}">
      <dgm:prSet/>
      <dgm:spPr/>
      <dgm:t>
        <a:bodyPr/>
        <a:lstStyle/>
        <a:p>
          <a:endParaRPr lang="en-US"/>
        </a:p>
      </dgm:t>
    </dgm:pt>
    <dgm:pt modelId="{606E51D9-22EF-4FA6-B53A-22B73481074F}">
      <dgm:prSet/>
      <dgm:spPr/>
      <dgm:t>
        <a:bodyPr/>
        <a:lstStyle/>
        <a:p>
          <a:r>
            <a:rPr lang="en-IN"/>
            <a:t>State Level Call Centre of ORMAS for better monitoring and transparency.</a:t>
          </a:r>
          <a:endParaRPr lang="en-US"/>
        </a:p>
      </dgm:t>
    </dgm:pt>
    <dgm:pt modelId="{5B0CE713-270E-48EC-B0E5-D8B1C3673146}" type="parTrans" cxnId="{7D06095E-B2FA-4927-A932-FBDC89C49896}">
      <dgm:prSet/>
      <dgm:spPr/>
      <dgm:t>
        <a:bodyPr/>
        <a:lstStyle/>
        <a:p>
          <a:endParaRPr lang="en-US"/>
        </a:p>
      </dgm:t>
    </dgm:pt>
    <dgm:pt modelId="{E5B44B32-464F-4C3B-B4A6-3F19213FD4BC}" type="sibTrans" cxnId="{7D06095E-B2FA-4927-A932-FBDC89C49896}">
      <dgm:prSet/>
      <dgm:spPr/>
      <dgm:t>
        <a:bodyPr/>
        <a:lstStyle/>
        <a:p>
          <a:endParaRPr lang="en-US"/>
        </a:p>
      </dgm:t>
    </dgm:pt>
    <dgm:pt modelId="{C26FD64C-EC7B-45CC-AA3B-34B8B115F959}">
      <dgm:prSet/>
      <dgm:spPr/>
      <dgm:t>
        <a:bodyPr/>
        <a:lstStyle/>
        <a:p>
          <a:r>
            <a:rPr lang="en-IN"/>
            <a:t>Books of Records, Statutory Compliances</a:t>
          </a:r>
          <a:endParaRPr lang="en-US"/>
        </a:p>
      </dgm:t>
    </dgm:pt>
    <dgm:pt modelId="{50964D1B-002C-4494-BD6E-72F0C319C5F1}" type="parTrans" cxnId="{0C43E224-D0D4-4874-8F05-2FFD28121D61}">
      <dgm:prSet/>
      <dgm:spPr/>
      <dgm:t>
        <a:bodyPr/>
        <a:lstStyle/>
        <a:p>
          <a:endParaRPr lang="en-US"/>
        </a:p>
      </dgm:t>
    </dgm:pt>
    <dgm:pt modelId="{5C4101B1-47D5-4FB3-A0EF-FB0411B63BF2}" type="sibTrans" cxnId="{0C43E224-D0D4-4874-8F05-2FFD28121D61}">
      <dgm:prSet/>
      <dgm:spPr/>
      <dgm:t>
        <a:bodyPr/>
        <a:lstStyle/>
        <a:p>
          <a:endParaRPr lang="en-US"/>
        </a:p>
      </dgm:t>
    </dgm:pt>
    <dgm:pt modelId="{CB99A248-6736-43EC-B692-F8AAE703AD23}" type="pres">
      <dgm:prSet presAssocID="{A4C5B858-5458-4867-8523-CF2C3BC47C7E}" presName="root" presStyleCnt="0">
        <dgm:presLayoutVars>
          <dgm:dir/>
          <dgm:resizeHandles val="exact"/>
        </dgm:presLayoutVars>
      </dgm:prSet>
      <dgm:spPr/>
    </dgm:pt>
    <dgm:pt modelId="{CA0EAF95-BBC2-4B18-BC29-0C93EEE83047}" type="pres">
      <dgm:prSet presAssocID="{A4C5B858-5458-4867-8523-CF2C3BC47C7E}" presName="container" presStyleCnt="0">
        <dgm:presLayoutVars>
          <dgm:dir/>
          <dgm:resizeHandles val="exact"/>
        </dgm:presLayoutVars>
      </dgm:prSet>
      <dgm:spPr/>
    </dgm:pt>
    <dgm:pt modelId="{CD0D08F4-047B-4B28-AB97-92FC9AB32DAF}" type="pres">
      <dgm:prSet presAssocID="{334C866F-B124-44B4-B5ED-91FE7460B138}" presName="compNode" presStyleCnt="0"/>
      <dgm:spPr/>
    </dgm:pt>
    <dgm:pt modelId="{798F4209-65B8-48C0-BD40-0FCC7FC8CB6B}" type="pres">
      <dgm:prSet presAssocID="{334C866F-B124-44B4-B5ED-91FE7460B138}" presName="iconBgRect" presStyleLbl="bgShp" presStyleIdx="0" presStyleCnt="8"/>
      <dgm:spPr/>
    </dgm:pt>
    <dgm:pt modelId="{F364D04F-80AA-4E47-912F-286725B68940}" type="pres">
      <dgm:prSet presAssocID="{334C866F-B124-44B4-B5ED-91FE7460B138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A165D9F-92E2-4A21-8340-8F905682FE87}" type="pres">
      <dgm:prSet presAssocID="{334C866F-B124-44B4-B5ED-91FE7460B138}" presName="spaceRect" presStyleCnt="0"/>
      <dgm:spPr/>
    </dgm:pt>
    <dgm:pt modelId="{65C5453C-341E-4545-A871-227594AECAA6}" type="pres">
      <dgm:prSet presAssocID="{334C866F-B124-44B4-B5ED-91FE7460B138}" presName="textRect" presStyleLbl="revTx" presStyleIdx="0" presStyleCnt="8">
        <dgm:presLayoutVars>
          <dgm:chMax val="1"/>
          <dgm:chPref val="1"/>
        </dgm:presLayoutVars>
      </dgm:prSet>
      <dgm:spPr/>
    </dgm:pt>
    <dgm:pt modelId="{C7597F15-108D-4B93-9EB2-98A0185ABE33}" type="pres">
      <dgm:prSet presAssocID="{2D974165-68A7-4A22-BD80-2D0316A5742B}" presName="sibTrans" presStyleLbl="sibTrans2D1" presStyleIdx="0" presStyleCnt="0"/>
      <dgm:spPr/>
    </dgm:pt>
    <dgm:pt modelId="{FE99E258-1C87-45F7-BBAA-9718E499BAD6}" type="pres">
      <dgm:prSet presAssocID="{332AE913-945B-4AA9-9580-894AC983B198}" presName="compNode" presStyleCnt="0"/>
      <dgm:spPr/>
    </dgm:pt>
    <dgm:pt modelId="{530AAFF3-178C-4476-873B-B5DB3BD5AA33}" type="pres">
      <dgm:prSet presAssocID="{332AE913-945B-4AA9-9580-894AC983B198}" presName="iconBgRect" presStyleLbl="bgShp" presStyleIdx="1" presStyleCnt="8"/>
      <dgm:spPr/>
    </dgm:pt>
    <dgm:pt modelId="{0877C350-BF92-4014-8C3D-85A19474780D}" type="pres">
      <dgm:prSet presAssocID="{332AE913-945B-4AA9-9580-894AC983B198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DEEC0591-82EE-46BD-9D5F-CD916CCE6FD8}" type="pres">
      <dgm:prSet presAssocID="{332AE913-945B-4AA9-9580-894AC983B198}" presName="spaceRect" presStyleCnt="0"/>
      <dgm:spPr/>
    </dgm:pt>
    <dgm:pt modelId="{511CB9B6-91F9-4F7F-BDCF-7F16A0957765}" type="pres">
      <dgm:prSet presAssocID="{332AE913-945B-4AA9-9580-894AC983B198}" presName="textRect" presStyleLbl="revTx" presStyleIdx="1" presStyleCnt="8">
        <dgm:presLayoutVars>
          <dgm:chMax val="1"/>
          <dgm:chPref val="1"/>
        </dgm:presLayoutVars>
      </dgm:prSet>
      <dgm:spPr/>
    </dgm:pt>
    <dgm:pt modelId="{D8DEA00A-9D56-483F-9BC3-B724D4D3E438}" type="pres">
      <dgm:prSet presAssocID="{D68C4B55-80DE-4F70-97DC-2BB9C210AEF9}" presName="sibTrans" presStyleLbl="sibTrans2D1" presStyleIdx="0" presStyleCnt="0"/>
      <dgm:spPr/>
    </dgm:pt>
    <dgm:pt modelId="{1BF5E9EA-DD1B-421E-A7EC-3A4AD8EF3460}" type="pres">
      <dgm:prSet presAssocID="{3122D461-F1A7-4500-8A52-3F4D1387114B}" presName="compNode" presStyleCnt="0"/>
      <dgm:spPr/>
    </dgm:pt>
    <dgm:pt modelId="{A5B0D9C2-7C6E-4139-BC73-A87D805C23C7}" type="pres">
      <dgm:prSet presAssocID="{3122D461-F1A7-4500-8A52-3F4D1387114B}" presName="iconBgRect" presStyleLbl="bgShp" presStyleIdx="2" presStyleCnt="8"/>
      <dgm:spPr/>
    </dgm:pt>
    <dgm:pt modelId="{942449F7-ACD0-45CA-8854-21CA21CBB573}" type="pres">
      <dgm:prSet presAssocID="{3122D461-F1A7-4500-8A52-3F4D1387114B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14399C21-B7AF-4B5E-A826-1D196ED45881}" type="pres">
      <dgm:prSet presAssocID="{3122D461-F1A7-4500-8A52-3F4D1387114B}" presName="spaceRect" presStyleCnt="0"/>
      <dgm:spPr/>
    </dgm:pt>
    <dgm:pt modelId="{1D386C35-E0C8-4894-975B-047FEF2DA20B}" type="pres">
      <dgm:prSet presAssocID="{3122D461-F1A7-4500-8A52-3F4D1387114B}" presName="textRect" presStyleLbl="revTx" presStyleIdx="2" presStyleCnt="8">
        <dgm:presLayoutVars>
          <dgm:chMax val="1"/>
          <dgm:chPref val="1"/>
        </dgm:presLayoutVars>
      </dgm:prSet>
      <dgm:spPr/>
    </dgm:pt>
    <dgm:pt modelId="{EA1C0498-4D95-42E8-9BC5-0E7621B12DF5}" type="pres">
      <dgm:prSet presAssocID="{E7C326DE-6363-494B-8242-DBFDE1A9ECF4}" presName="sibTrans" presStyleLbl="sibTrans2D1" presStyleIdx="0" presStyleCnt="0"/>
      <dgm:spPr/>
    </dgm:pt>
    <dgm:pt modelId="{31899F23-23E6-4608-A2F2-8F738AEB72CC}" type="pres">
      <dgm:prSet presAssocID="{9C8F72A5-FE33-4F05-A26F-6D7882EDD578}" presName="compNode" presStyleCnt="0"/>
      <dgm:spPr/>
    </dgm:pt>
    <dgm:pt modelId="{C4377675-BBD1-4D2C-A0DC-ACF40625D457}" type="pres">
      <dgm:prSet presAssocID="{9C8F72A5-FE33-4F05-A26F-6D7882EDD578}" presName="iconBgRect" presStyleLbl="bgShp" presStyleIdx="3" presStyleCnt="8"/>
      <dgm:spPr/>
    </dgm:pt>
    <dgm:pt modelId="{3FBA67AE-F76C-41F7-9923-E00358259420}" type="pres">
      <dgm:prSet presAssocID="{9C8F72A5-FE33-4F05-A26F-6D7882EDD578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A12939B-8A32-494D-AC2F-FA5A2F55190C}" type="pres">
      <dgm:prSet presAssocID="{9C8F72A5-FE33-4F05-A26F-6D7882EDD578}" presName="spaceRect" presStyleCnt="0"/>
      <dgm:spPr/>
    </dgm:pt>
    <dgm:pt modelId="{C66A3966-3EB7-4C99-A1AC-95733A41499F}" type="pres">
      <dgm:prSet presAssocID="{9C8F72A5-FE33-4F05-A26F-6D7882EDD578}" presName="textRect" presStyleLbl="revTx" presStyleIdx="3" presStyleCnt="8">
        <dgm:presLayoutVars>
          <dgm:chMax val="1"/>
          <dgm:chPref val="1"/>
        </dgm:presLayoutVars>
      </dgm:prSet>
      <dgm:spPr/>
    </dgm:pt>
    <dgm:pt modelId="{FD108D30-4A90-4E5D-B7BE-9AF3217889D9}" type="pres">
      <dgm:prSet presAssocID="{458D361B-E84A-4EE6-AD32-E61C82C35CBB}" presName="sibTrans" presStyleLbl="sibTrans2D1" presStyleIdx="0" presStyleCnt="0"/>
      <dgm:spPr/>
    </dgm:pt>
    <dgm:pt modelId="{00B051D2-EE3D-49E0-A13D-C9917A853F63}" type="pres">
      <dgm:prSet presAssocID="{014E7397-8564-4D84-9522-A4C91B2F3A87}" presName="compNode" presStyleCnt="0"/>
      <dgm:spPr/>
    </dgm:pt>
    <dgm:pt modelId="{ABC02B38-C9A5-4271-A89B-8A13EAA77049}" type="pres">
      <dgm:prSet presAssocID="{014E7397-8564-4D84-9522-A4C91B2F3A87}" presName="iconBgRect" presStyleLbl="bgShp" presStyleIdx="4" presStyleCnt="8"/>
      <dgm:spPr/>
    </dgm:pt>
    <dgm:pt modelId="{16B78D34-E44F-4B86-BA43-4E21E0FEFB14}" type="pres">
      <dgm:prSet presAssocID="{014E7397-8564-4D84-9522-A4C91B2F3A87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A163DB-A4DD-46EF-B3D4-68D9168BE56D}" type="pres">
      <dgm:prSet presAssocID="{014E7397-8564-4D84-9522-A4C91B2F3A87}" presName="spaceRect" presStyleCnt="0"/>
      <dgm:spPr/>
    </dgm:pt>
    <dgm:pt modelId="{5C901293-2C92-4936-AD7D-2C14AD8E78CC}" type="pres">
      <dgm:prSet presAssocID="{014E7397-8564-4D84-9522-A4C91B2F3A87}" presName="textRect" presStyleLbl="revTx" presStyleIdx="4" presStyleCnt="8">
        <dgm:presLayoutVars>
          <dgm:chMax val="1"/>
          <dgm:chPref val="1"/>
        </dgm:presLayoutVars>
      </dgm:prSet>
      <dgm:spPr/>
    </dgm:pt>
    <dgm:pt modelId="{5BD68836-C6E1-481D-A34B-2469CC02C04E}" type="pres">
      <dgm:prSet presAssocID="{A8ACAC10-46CA-4191-8E5A-DB45A008B4B7}" presName="sibTrans" presStyleLbl="sibTrans2D1" presStyleIdx="0" presStyleCnt="0"/>
      <dgm:spPr/>
    </dgm:pt>
    <dgm:pt modelId="{E89833BE-ED1B-4FD7-9DB5-7CB4959F862B}" type="pres">
      <dgm:prSet presAssocID="{4CC3774D-1616-407F-8364-871C7041EA51}" presName="compNode" presStyleCnt="0"/>
      <dgm:spPr/>
    </dgm:pt>
    <dgm:pt modelId="{2BC792F5-12A6-4095-AA53-1595E2109C40}" type="pres">
      <dgm:prSet presAssocID="{4CC3774D-1616-407F-8364-871C7041EA51}" presName="iconBgRect" presStyleLbl="bgShp" presStyleIdx="5" presStyleCnt="8"/>
      <dgm:spPr/>
    </dgm:pt>
    <dgm:pt modelId="{A919C2D4-02F7-4D7D-B9FB-B99FC2D36B3E}" type="pres">
      <dgm:prSet presAssocID="{4CC3774D-1616-407F-8364-871C7041EA51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409BF9BB-8654-4499-AC9D-9939024AF192}" type="pres">
      <dgm:prSet presAssocID="{4CC3774D-1616-407F-8364-871C7041EA51}" presName="spaceRect" presStyleCnt="0"/>
      <dgm:spPr/>
    </dgm:pt>
    <dgm:pt modelId="{66AF11A4-492F-49E8-9DFB-5A35100ACCCC}" type="pres">
      <dgm:prSet presAssocID="{4CC3774D-1616-407F-8364-871C7041EA51}" presName="textRect" presStyleLbl="revTx" presStyleIdx="5" presStyleCnt="8">
        <dgm:presLayoutVars>
          <dgm:chMax val="1"/>
          <dgm:chPref val="1"/>
        </dgm:presLayoutVars>
      </dgm:prSet>
      <dgm:spPr/>
    </dgm:pt>
    <dgm:pt modelId="{1F0E160C-8647-4820-BF33-D47F09D300E2}" type="pres">
      <dgm:prSet presAssocID="{134ADB97-41B0-4583-B2B5-D5A16A07133E}" presName="sibTrans" presStyleLbl="sibTrans2D1" presStyleIdx="0" presStyleCnt="0"/>
      <dgm:spPr/>
    </dgm:pt>
    <dgm:pt modelId="{7E0DB9EA-9190-4734-A407-DC8B5658A273}" type="pres">
      <dgm:prSet presAssocID="{606E51D9-22EF-4FA6-B53A-22B73481074F}" presName="compNode" presStyleCnt="0"/>
      <dgm:spPr/>
    </dgm:pt>
    <dgm:pt modelId="{1661399A-FA77-4698-8C30-CDB181BAFEE1}" type="pres">
      <dgm:prSet presAssocID="{606E51D9-22EF-4FA6-B53A-22B73481074F}" presName="iconBgRect" presStyleLbl="bgShp" presStyleIdx="6" presStyleCnt="8"/>
      <dgm:spPr/>
    </dgm:pt>
    <dgm:pt modelId="{0A77F994-C185-4D4F-A845-D9DEA8E82964}" type="pres">
      <dgm:prSet presAssocID="{606E51D9-22EF-4FA6-B53A-22B73481074F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790D3DE-85DA-4546-AADF-F6075FBD2E61}" type="pres">
      <dgm:prSet presAssocID="{606E51D9-22EF-4FA6-B53A-22B73481074F}" presName="spaceRect" presStyleCnt="0"/>
      <dgm:spPr/>
    </dgm:pt>
    <dgm:pt modelId="{8B86A8E5-1467-429C-AD6F-C49A1D6C7E17}" type="pres">
      <dgm:prSet presAssocID="{606E51D9-22EF-4FA6-B53A-22B73481074F}" presName="textRect" presStyleLbl="revTx" presStyleIdx="6" presStyleCnt="8">
        <dgm:presLayoutVars>
          <dgm:chMax val="1"/>
          <dgm:chPref val="1"/>
        </dgm:presLayoutVars>
      </dgm:prSet>
      <dgm:spPr/>
    </dgm:pt>
    <dgm:pt modelId="{C4D4C1E2-1E1D-4251-A642-9A858566BDC1}" type="pres">
      <dgm:prSet presAssocID="{E5B44B32-464F-4C3B-B4A6-3F19213FD4BC}" presName="sibTrans" presStyleLbl="sibTrans2D1" presStyleIdx="0" presStyleCnt="0"/>
      <dgm:spPr/>
    </dgm:pt>
    <dgm:pt modelId="{15CC9926-3086-4BA9-BE58-F7FD29F6C2CC}" type="pres">
      <dgm:prSet presAssocID="{C26FD64C-EC7B-45CC-AA3B-34B8B115F959}" presName="compNode" presStyleCnt="0"/>
      <dgm:spPr/>
    </dgm:pt>
    <dgm:pt modelId="{53AD5EF0-90F8-4661-B350-69C38040681E}" type="pres">
      <dgm:prSet presAssocID="{C26FD64C-EC7B-45CC-AA3B-34B8B115F959}" presName="iconBgRect" presStyleLbl="bgShp" presStyleIdx="7" presStyleCnt="8"/>
      <dgm:spPr/>
    </dgm:pt>
    <dgm:pt modelId="{C11298D6-9F4A-41A5-AD95-59C71AE6A0B6}" type="pres">
      <dgm:prSet presAssocID="{C26FD64C-EC7B-45CC-AA3B-34B8B115F959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91C602C-C490-4A08-A4E3-6192CE8120B4}" type="pres">
      <dgm:prSet presAssocID="{C26FD64C-EC7B-45CC-AA3B-34B8B115F959}" presName="spaceRect" presStyleCnt="0"/>
      <dgm:spPr/>
    </dgm:pt>
    <dgm:pt modelId="{B9B45D5F-956C-4C1A-8755-9761186D1B1D}" type="pres">
      <dgm:prSet presAssocID="{C26FD64C-EC7B-45CC-AA3B-34B8B115F959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ACB2A900-11EC-436D-9A46-ED1756AE0B41}" type="presOf" srcId="{334C866F-B124-44B4-B5ED-91FE7460B138}" destId="{65C5453C-341E-4545-A871-227594AECAA6}" srcOrd="0" destOrd="0" presId="urn:microsoft.com/office/officeart/2018/2/layout/IconCircleList"/>
    <dgm:cxn modelId="{66A50209-C4B4-4900-8665-9D2D0B81D2E3}" type="presOf" srcId="{332AE913-945B-4AA9-9580-894AC983B198}" destId="{511CB9B6-91F9-4F7F-BDCF-7F16A0957765}" srcOrd="0" destOrd="0" presId="urn:microsoft.com/office/officeart/2018/2/layout/IconCircleList"/>
    <dgm:cxn modelId="{CFCDBB09-5AAE-49F4-8198-AC3E14D9C573}" type="presOf" srcId="{3122D461-F1A7-4500-8A52-3F4D1387114B}" destId="{1D386C35-E0C8-4894-975B-047FEF2DA20B}" srcOrd="0" destOrd="0" presId="urn:microsoft.com/office/officeart/2018/2/layout/IconCircleList"/>
    <dgm:cxn modelId="{61A81E0B-0B1A-4BD7-BA00-33E583809DBE}" type="presOf" srcId="{2D974165-68A7-4A22-BD80-2D0316A5742B}" destId="{C7597F15-108D-4B93-9EB2-98A0185ABE33}" srcOrd="0" destOrd="0" presId="urn:microsoft.com/office/officeart/2018/2/layout/IconCircleList"/>
    <dgm:cxn modelId="{8F4C1723-521D-4E68-B017-17D811703E29}" type="presOf" srcId="{606E51D9-22EF-4FA6-B53A-22B73481074F}" destId="{8B86A8E5-1467-429C-AD6F-C49A1D6C7E17}" srcOrd="0" destOrd="0" presId="urn:microsoft.com/office/officeart/2018/2/layout/IconCircleList"/>
    <dgm:cxn modelId="{9F130B24-53D5-4264-A9A5-32E8CB601E49}" type="presOf" srcId="{A8ACAC10-46CA-4191-8E5A-DB45A008B4B7}" destId="{5BD68836-C6E1-481D-A34B-2469CC02C04E}" srcOrd="0" destOrd="0" presId="urn:microsoft.com/office/officeart/2018/2/layout/IconCircleList"/>
    <dgm:cxn modelId="{0C43E224-D0D4-4874-8F05-2FFD28121D61}" srcId="{A4C5B858-5458-4867-8523-CF2C3BC47C7E}" destId="{C26FD64C-EC7B-45CC-AA3B-34B8B115F959}" srcOrd="7" destOrd="0" parTransId="{50964D1B-002C-4494-BD6E-72F0C319C5F1}" sibTransId="{5C4101B1-47D5-4FB3-A0EF-FB0411B63BF2}"/>
    <dgm:cxn modelId="{7D06095E-B2FA-4927-A932-FBDC89C49896}" srcId="{A4C5B858-5458-4867-8523-CF2C3BC47C7E}" destId="{606E51D9-22EF-4FA6-B53A-22B73481074F}" srcOrd="6" destOrd="0" parTransId="{5B0CE713-270E-48EC-B0E5-D8B1C3673146}" sibTransId="{E5B44B32-464F-4C3B-B4A6-3F19213FD4BC}"/>
    <dgm:cxn modelId="{1DEBEF60-3A35-436C-844F-76365879B713}" type="presOf" srcId="{4CC3774D-1616-407F-8364-871C7041EA51}" destId="{66AF11A4-492F-49E8-9DFB-5A35100ACCCC}" srcOrd="0" destOrd="0" presId="urn:microsoft.com/office/officeart/2018/2/layout/IconCircleList"/>
    <dgm:cxn modelId="{CFC33A62-DB81-4B63-907E-F18710F829A5}" srcId="{A4C5B858-5458-4867-8523-CF2C3BC47C7E}" destId="{3122D461-F1A7-4500-8A52-3F4D1387114B}" srcOrd="2" destOrd="0" parTransId="{D76FDE2F-02CB-483D-845A-78C66013363D}" sibTransId="{E7C326DE-6363-494B-8242-DBFDE1A9ECF4}"/>
    <dgm:cxn modelId="{C2DEC862-66F7-46E4-8133-C64E20F759D6}" type="presOf" srcId="{A4C5B858-5458-4867-8523-CF2C3BC47C7E}" destId="{CB99A248-6736-43EC-B692-F8AAE703AD23}" srcOrd="0" destOrd="0" presId="urn:microsoft.com/office/officeart/2018/2/layout/IconCircleList"/>
    <dgm:cxn modelId="{D6986455-550F-402F-97A6-63CE7855E580}" type="presOf" srcId="{E5B44B32-464F-4C3B-B4A6-3F19213FD4BC}" destId="{C4D4C1E2-1E1D-4251-A642-9A858566BDC1}" srcOrd="0" destOrd="0" presId="urn:microsoft.com/office/officeart/2018/2/layout/IconCircleList"/>
    <dgm:cxn modelId="{5FFA2159-33EB-4422-85DB-79983B7F3BE5}" type="presOf" srcId="{458D361B-E84A-4EE6-AD32-E61C82C35CBB}" destId="{FD108D30-4A90-4E5D-B7BE-9AF3217889D9}" srcOrd="0" destOrd="0" presId="urn:microsoft.com/office/officeart/2018/2/layout/IconCircleList"/>
    <dgm:cxn modelId="{EAA8838B-C7B9-4E9F-83F0-91DC40B2ED95}" type="presOf" srcId="{134ADB97-41B0-4583-B2B5-D5A16A07133E}" destId="{1F0E160C-8647-4820-BF33-D47F09D300E2}" srcOrd="0" destOrd="0" presId="urn:microsoft.com/office/officeart/2018/2/layout/IconCircleList"/>
    <dgm:cxn modelId="{E58D358F-6F1C-43E1-AA09-5E3F5E8720B5}" type="presOf" srcId="{9C8F72A5-FE33-4F05-A26F-6D7882EDD578}" destId="{C66A3966-3EB7-4C99-A1AC-95733A41499F}" srcOrd="0" destOrd="0" presId="urn:microsoft.com/office/officeart/2018/2/layout/IconCircleList"/>
    <dgm:cxn modelId="{F7F6829E-9E3A-478C-A64C-80CD7DDFD3EF}" srcId="{A4C5B858-5458-4867-8523-CF2C3BC47C7E}" destId="{014E7397-8564-4D84-9522-A4C91B2F3A87}" srcOrd="4" destOrd="0" parTransId="{1F775A90-8223-4A6D-9BF9-32F2BF9F4FD7}" sibTransId="{A8ACAC10-46CA-4191-8E5A-DB45A008B4B7}"/>
    <dgm:cxn modelId="{C1F444AF-EE71-4243-BE48-C2CAAF2FFB14}" srcId="{A4C5B858-5458-4867-8523-CF2C3BC47C7E}" destId="{9C8F72A5-FE33-4F05-A26F-6D7882EDD578}" srcOrd="3" destOrd="0" parTransId="{F296565A-A06C-480F-B407-14CEB16FF554}" sibTransId="{458D361B-E84A-4EE6-AD32-E61C82C35CBB}"/>
    <dgm:cxn modelId="{4A8A78B0-E264-4B88-96B1-2F2F1E415652}" type="presOf" srcId="{C26FD64C-EC7B-45CC-AA3B-34B8B115F959}" destId="{B9B45D5F-956C-4C1A-8755-9761186D1B1D}" srcOrd="0" destOrd="0" presId="urn:microsoft.com/office/officeart/2018/2/layout/IconCircleList"/>
    <dgm:cxn modelId="{2C7D1AD2-254C-44F8-8FEA-534231102FED}" srcId="{A4C5B858-5458-4867-8523-CF2C3BC47C7E}" destId="{4CC3774D-1616-407F-8364-871C7041EA51}" srcOrd="5" destOrd="0" parTransId="{AFF73F31-279B-447F-874D-AD726639BDAB}" sibTransId="{134ADB97-41B0-4583-B2B5-D5A16A07133E}"/>
    <dgm:cxn modelId="{64364ADB-4FCE-4583-B8B5-8A7DD4EA8723}" srcId="{A4C5B858-5458-4867-8523-CF2C3BC47C7E}" destId="{334C866F-B124-44B4-B5ED-91FE7460B138}" srcOrd="0" destOrd="0" parTransId="{795AAAE4-9C65-414D-89BE-90DACC53676E}" sibTransId="{2D974165-68A7-4A22-BD80-2D0316A5742B}"/>
    <dgm:cxn modelId="{B723A6F0-D74A-4179-A080-D5045D37D869}" srcId="{A4C5B858-5458-4867-8523-CF2C3BC47C7E}" destId="{332AE913-945B-4AA9-9580-894AC983B198}" srcOrd="1" destOrd="0" parTransId="{60B7947A-2C60-42E1-AC51-93A7A028FF38}" sibTransId="{D68C4B55-80DE-4F70-97DC-2BB9C210AEF9}"/>
    <dgm:cxn modelId="{787CBCF6-039A-4AFC-852D-E0080542D8CB}" type="presOf" srcId="{014E7397-8564-4D84-9522-A4C91B2F3A87}" destId="{5C901293-2C92-4936-AD7D-2C14AD8E78CC}" srcOrd="0" destOrd="0" presId="urn:microsoft.com/office/officeart/2018/2/layout/IconCircleList"/>
    <dgm:cxn modelId="{130CA5F7-8A61-4C58-BDD3-FFD9897CC659}" type="presOf" srcId="{D68C4B55-80DE-4F70-97DC-2BB9C210AEF9}" destId="{D8DEA00A-9D56-483F-9BC3-B724D4D3E438}" srcOrd="0" destOrd="0" presId="urn:microsoft.com/office/officeart/2018/2/layout/IconCircleList"/>
    <dgm:cxn modelId="{B7B62DFB-3BCD-4C00-8A9E-A76B7C270E4B}" type="presOf" srcId="{E7C326DE-6363-494B-8242-DBFDE1A9ECF4}" destId="{EA1C0498-4D95-42E8-9BC5-0E7621B12DF5}" srcOrd="0" destOrd="0" presId="urn:microsoft.com/office/officeart/2018/2/layout/IconCircleList"/>
    <dgm:cxn modelId="{BA1C3D6A-0CF6-4D2C-AF00-B5934886BF60}" type="presParOf" srcId="{CB99A248-6736-43EC-B692-F8AAE703AD23}" destId="{CA0EAF95-BBC2-4B18-BC29-0C93EEE83047}" srcOrd="0" destOrd="0" presId="urn:microsoft.com/office/officeart/2018/2/layout/IconCircleList"/>
    <dgm:cxn modelId="{0EAD5AD4-66DC-4E8A-9FE7-888358AD7F01}" type="presParOf" srcId="{CA0EAF95-BBC2-4B18-BC29-0C93EEE83047}" destId="{CD0D08F4-047B-4B28-AB97-92FC9AB32DAF}" srcOrd="0" destOrd="0" presId="urn:microsoft.com/office/officeart/2018/2/layout/IconCircleList"/>
    <dgm:cxn modelId="{E074D804-5794-4D89-A347-3A98D15362FA}" type="presParOf" srcId="{CD0D08F4-047B-4B28-AB97-92FC9AB32DAF}" destId="{798F4209-65B8-48C0-BD40-0FCC7FC8CB6B}" srcOrd="0" destOrd="0" presId="urn:microsoft.com/office/officeart/2018/2/layout/IconCircleList"/>
    <dgm:cxn modelId="{8C015503-1CC4-498D-BE77-713785921EF6}" type="presParOf" srcId="{CD0D08F4-047B-4B28-AB97-92FC9AB32DAF}" destId="{F364D04F-80AA-4E47-912F-286725B68940}" srcOrd="1" destOrd="0" presId="urn:microsoft.com/office/officeart/2018/2/layout/IconCircleList"/>
    <dgm:cxn modelId="{703F6C7B-B152-4EB8-A200-D522CB2F0E90}" type="presParOf" srcId="{CD0D08F4-047B-4B28-AB97-92FC9AB32DAF}" destId="{4A165D9F-92E2-4A21-8340-8F905682FE87}" srcOrd="2" destOrd="0" presId="urn:microsoft.com/office/officeart/2018/2/layout/IconCircleList"/>
    <dgm:cxn modelId="{14FF6ED9-BA68-409D-8154-9265D1259B7C}" type="presParOf" srcId="{CD0D08F4-047B-4B28-AB97-92FC9AB32DAF}" destId="{65C5453C-341E-4545-A871-227594AECAA6}" srcOrd="3" destOrd="0" presId="urn:microsoft.com/office/officeart/2018/2/layout/IconCircleList"/>
    <dgm:cxn modelId="{CAB90F03-017C-460F-AFEC-08CB8C08E914}" type="presParOf" srcId="{CA0EAF95-BBC2-4B18-BC29-0C93EEE83047}" destId="{C7597F15-108D-4B93-9EB2-98A0185ABE33}" srcOrd="1" destOrd="0" presId="urn:microsoft.com/office/officeart/2018/2/layout/IconCircleList"/>
    <dgm:cxn modelId="{9DD8D867-5FA0-4288-8D5A-B9BFB9A12B26}" type="presParOf" srcId="{CA0EAF95-BBC2-4B18-BC29-0C93EEE83047}" destId="{FE99E258-1C87-45F7-BBAA-9718E499BAD6}" srcOrd="2" destOrd="0" presId="urn:microsoft.com/office/officeart/2018/2/layout/IconCircleList"/>
    <dgm:cxn modelId="{A39AA2F5-D5D5-454F-86A4-CBBB789E5416}" type="presParOf" srcId="{FE99E258-1C87-45F7-BBAA-9718E499BAD6}" destId="{530AAFF3-178C-4476-873B-B5DB3BD5AA33}" srcOrd="0" destOrd="0" presId="urn:microsoft.com/office/officeart/2018/2/layout/IconCircleList"/>
    <dgm:cxn modelId="{3F0E06C2-A040-4EA6-9349-7D0CA2E6EB7C}" type="presParOf" srcId="{FE99E258-1C87-45F7-BBAA-9718E499BAD6}" destId="{0877C350-BF92-4014-8C3D-85A19474780D}" srcOrd="1" destOrd="0" presId="urn:microsoft.com/office/officeart/2018/2/layout/IconCircleList"/>
    <dgm:cxn modelId="{403A33B0-1CFC-4E9D-BEE3-C2550F6A9727}" type="presParOf" srcId="{FE99E258-1C87-45F7-BBAA-9718E499BAD6}" destId="{DEEC0591-82EE-46BD-9D5F-CD916CCE6FD8}" srcOrd="2" destOrd="0" presId="urn:microsoft.com/office/officeart/2018/2/layout/IconCircleList"/>
    <dgm:cxn modelId="{B67148B5-5613-4E9E-90C2-35BA2818CAFD}" type="presParOf" srcId="{FE99E258-1C87-45F7-BBAA-9718E499BAD6}" destId="{511CB9B6-91F9-4F7F-BDCF-7F16A0957765}" srcOrd="3" destOrd="0" presId="urn:microsoft.com/office/officeart/2018/2/layout/IconCircleList"/>
    <dgm:cxn modelId="{C42DC7D2-85F8-48EE-9CA8-07B793045C03}" type="presParOf" srcId="{CA0EAF95-BBC2-4B18-BC29-0C93EEE83047}" destId="{D8DEA00A-9D56-483F-9BC3-B724D4D3E438}" srcOrd="3" destOrd="0" presId="urn:microsoft.com/office/officeart/2018/2/layout/IconCircleList"/>
    <dgm:cxn modelId="{3420D8B8-131B-4F06-98BF-0B10AF4984FC}" type="presParOf" srcId="{CA0EAF95-BBC2-4B18-BC29-0C93EEE83047}" destId="{1BF5E9EA-DD1B-421E-A7EC-3A4AD8EF3460}" srcOrd="4" destOrd="0" presId="urn:microsoft.com/office/officeart/2018/2/layout/IconCircleList"/>
    <dgm:cxn modelId="{D5D15D1B-9686-4EC9-A4A4-5E9BDB2BD7A0}" type="presParOf" srcId="{1BF5E9EA-DD1B-421E-A7EC-3A4AD8EF3460}" destId="{A5B0D9C2-7C6E-4139-BC73-A87D805C23C7}" srcOrd="0" destOrd="0" presId="urn:microsoft.com/office/officeart/2018/2/layout/IconCircleList"/>
    <dgm:cxn modelId="{F83988BB-55CC-4371-8DA3-0B72092AAF7A}" type="presParOf" srcId="{1BF5E9EA-DD1B-421E-A7EC-3A4AD8EF3460}" destId="{942449F7-ACD0-45CA-8854-21CA21CBB573}" srcOrd="1" destOrd="0" presId="urn:microsoft.com/office/officeart/2018/2/layout/IconCircleList"/>
    <dgm:cxn modelId="{AE5D09CB-691B-450C-9D00-9FFECAA78507}" type="presParOf" srcId="{1BF5E9EA-DD1B-421E-A7EC-3A4AD8EF3460}" destId="{14399C21-B7AF-4B5E-A826-1D196ED45881}" srcOrd="2" destOrd="0" presId="urn:microsoft.com/office/officeart/2018/2/layout/IconCircleList"/>
    <dgm:cxn modelId="{0A5E7656-FDE2-4F79-9E44-EFE877EA6DAA}" type="presParOf" srcId="{1BF5E9EA-DD1B-421E-A7EC-3A4AD8EF3460}" destId="{1D386C35-E0C8-4894-975B-047FEF2DA20B}" srcOrd="3" destOrd="0" presId="urn:microsoft.com/office/officeart/2018/2/layout/IconCircleList"/>
    <dgm:cxn modelId="{B0479BE9-E8EC-4741-BF8D-6B322DDBBE20}" type="presParOf" srcId="{CA0EAF95-BBC2-4B18-BC29-0C93EEE83047}" destId="{EA1C0498-4D95-42E8-9BC5-0E7621B12DF5}" srcOrd="5" destOrd="0" presId="urn:microsoft.com/office/officeart/2018/2/layout/IconCircleList"/>
    <dgm:cxn modelId="{0E7350D3-BFD5-410C-BA6C-829C964B9B67}" type="presParOf" srcId="{CA0EAF95-BBC2-4B18-BC29-0C93EEE83047}" destId="{31899F23-23E6-4608-A2F2-8F738AEB72CC}" srcOrd="6" destOrd="0" presId="urn:microsoft.com/office/officeart/2018/2/layout/IconCircleList"/>
    <dgm:cxn modelId="{30AE3BC6-BDE6-4297-8F3B-FFA9E1110C81}" type="presParOf" srcId="{31899F23-23E6-4608-A2F2-8F738AEB72CC}" destId="{C4377675-BBD1-4D2C-A0DC-ACF40625D457}" srcOrd="0" destOrd="0" presId="urn:microsoft.com/office/officeart/2018/2/layout/IconCircleList"/>
    <dgm:cxn modelId="{76C45787-02E4-4CD0-B257-1782A7793BBE}" type="presParOf" srcId="{31899F23-23E6-4608-A2F2-8F738AEB72CC}" destId="{3FBA67AE-F76C-41F7-9923-E00358259420}" srcOrd="1" destOrd="0" presId="urn:microsoft.com/office/officeart/2018/2/layout/IconCircleList"/>
    <dgm:cxn modelId="{A192EA30-9307-4D1B-A610-AD8B68D1CD84}" type="presParOf" srcId="{31899F23-23E6-4608-A2F2-8F738AEB72CC}" destId="{5A12939B-8A32-494D-AC2F-FA5A2F55190C}" srcOrd="2" destOrd="0" presId="urn:microsoft.com/office/officeart/2018/2/layout/IconCircleList"/>
    <dgm:cxn modelId="{2878B49D-9877-437E-ADE0-6C8FE9EE6DF2}" type="presParOf" srcId="{31899F23-23E6-4608-A2F2-8F738AEB72CC}" destId="{C66A3966-3EB7-4C99-A1AC-95733A41499F}" srcOrd="3" destOrd="0" presId="urn:microsoft.com/office/officeart/2018/2/layout/IconCircleList"/>
    <dgm:cxn modelId="{58511F37-297A-449B-B84F-CACF9C404314}" type="presParOf" srcId="{CA0EAF95-BBC2-4B18-BC29-0C93EEE83047}" destId="{FD108D30-4A90-4E5D-B7BE-9AF3217889D9}" srcOrd="7" destOrd="0" presId="urn:microsoft.com/office/officeart/2018/2/layout/IconCircleList"/>
    <dgm:cxn modelId="{8831BE51-1EF9-4350-AE96-CD8F101E254A}" type="presParOf" srcId="{CA0EAF95-BBC2-4B18-BC29-0C93EEE83047}" destId="{00B051D2-EE3D-49E0-A13D-C9917A853F63}" srcOrd="8" destOrd="0" presId="urn:microsoft.com/office/officeart/2018/2/layout/IconCircleList"/>
    <dgm:cxn modelId="{4CF99854-5387-4867-B44F-126D945848BA}" type="presParOf" srcId="{00B051D2-EE3D-49E0-A13D-C9917A853F63}" destId="{ABC02B38-C9A5-4271-A89B-8A13EAA77049}" srcOrd="0" destOrd="0" presId="urn:microsoft.com/office/officeart/2018/2/layout/IconCircleList"/>
    <dgm:cxn modelId="{F953A611-DA9B-4CB6-9859-C9DC26BA2293}" type="presParOf" srcId="{00B051D2-EE3D-49E0-A13D-C9917A853F63}" destId="{16B78D34-E44F-4B86-BA43-4E21E0FEFB14}" srcOrd="1" destOrd="0" presId="urn:microsoft.com/office/officeart/2018/2/layout/IconCircleList"/>
    <dgm:cxn modelId="{BB914CB8-0D6B-4634-963F-2C7242711054}" type="presParOf" srcId="{00B051D2-EE3D-49E0-A13D-C9917A853F63}" destId="{B0A163DB-A4DD-46EF-B3D4-68D9168BE56D}" srcOrd="2" destOrd="0" presId="urn:microsoft.com/office/officeart/2018/2/layout/IconCircleList"/>
    <dgm:cxn modelId="{A8F7400B-B960-4024-B78A-6F126164A2DB}" type="presParOf" srcId="{00B051D2-EE3D-49E0-A13D-C9917A853F63}" destId="{5C901293-2C92-4936-AD7D-2C14AD8E78CC}" srcOrd="3" destOrd="0" presId="urn:microsoft.com/office/officeart/2018/2/layout/IconCircleList"/>
    <dgm:cxn modelId="{A5AEFED3-085D-46DF-8085-46D8D638D23F}" type="presParOf" srcId="{CA0EAF95-BBC2-4B18-BC29-0C93EEE83047}" destId="{5BD68836-C6E1-481D-A34B-2469CC02C04E}" srcOrd="9" destOrd="0" presId="urn:microsoft.com/office/officeart/2018/2/layout/IconCircleList"/>
    <dgm:cxn modelId="{97A589D4-08D5-4A07-B216-DB83C626EFEA}" type="presParOf" srcId="{CA0EAF95-BBC2-4B18-BC29-0C93EEE83047}" destId="{E89833BE-ED1B-4FD7-9DB5-7CB4959F862B}" srcOrd="10" destOrd="0" presId="urn:microsoft.com/office/officeart/2018/2/layout/IconCircleList"/>
    <dgm:cxn modelId="{0885D018-6953-4AE9-A92F-C2C1E64F8CA6}" type="presParOf" srcId="{E89833BE-ED1B-4FD7-9DB5-7CB4959F862B}" destId="{2BC792F5-12A6-4095-AA53-1595E2109C40}" srcOrd="0" destOrd="0" presId="urn:microsoft.com/office/officeart/2018/2/layout/IconCircleList"/>
    <dgm:cxn modelId="{8A09E07A-C6BD-4800-B5AB-ED6B8766B77A}" type="presParOf" srcId="{E89833BE-ED1B-4FD7-9DB5-7CB4959F862B}" destId="{A919C2D4-02F7-4D7D-B9FB-B99FC2D36B3E}" srcOrd="1" destOrd="0" presId="urn:microsoft.com/office/officeart/2018/2/layout/IconCircleList"/>
    <dgm:cxn modelId="{B9F6F722-3225-4D7E-9C1F-6655D1E90341}" type="presParOf" srcId="{E89833BE-ED1B-4FD7-9DB5-7CB4959F862B}" destId="{409BF9BB-8654-4499-AC9D-9939024AF192}" srcOrd="2" destOrd="0" presId="urn:microsoft.com/office/officeart/2018/2/layout/IconCircleList"/>
    <dgm:cxn modelId="{D9981DDA-22FF-4FC5-AC28-D534467AE173}" type="presParOf" srcId="{E89833BE-ED1B-4FD7-9DB5-7CB4959F862B}" destId="{66AF11A4-492F-49E8-9DFB-5A35100ACCCC}" srcOrd="3" destOrd="0" presId="urn:microsoft.com/office/officeart/2018/2/layout/IconCircleList"/>
    <dgm:cxn modelId="{4786FCA7-15A5-4D19-B18E-AB3CD13B13E9}" type="presParOf" srcId="{CA0EAF95-BBC2-4B18-BC29-0C93EEE83047}" destId="{1F0E160C-8647-4820-BF33-D47F09D300E2}" srcOrd="11" destOrd="0" presId="urn:microsoft.com/office/officeart/2018/2/layout/IconCircleList"/>
    <dgm:cxn modelId="{02762D77-C013-4EE6-8345-4BF573D11D51}" type="presParOf" srcId="{CA0EAF95-BBC2-4B18-BC29-0C93EEE83047}" destId="{7E0DB9EA-9190-4734-A407-DC8B5658A273}" srcOrd="12" destOrd="0" presId="urn:microsoft.com/office/officeart/2018/2/layout/IconCircleList"/>
    <dgm:cxn modelId="{4F03CAA0-61A6-4538-B5E8-F16F96EA7BF6}" type="presParOf" srcId="{7E0DB9EA-9190-4734-A407-DC8B5658A273}" destId="{1661399A-FA77-4698-8C30-CDB181BAFEE1}" srcOrd="0" destOrd="0" presId="urn:microsoft.com/office/officeart/2018/2/layout/IconCircleList"/>
    <dgm:cxn modelId="{6E6E1306-5A01-4F58-B363-5943FC0D9199}" type="presParOf" srcId="{7E0DB9EA-9190-4734-A407-DC8B5658A273}" destId="{0A77F994-C185-4D4F-A845-D9DEA8E82964}" srcOrd="1" destOrd="0" presId="urn:microsoft.com/office/officeart/2018/2/layout/IconCircleList"/>
    <dgm:cxn modelId="{B0BC1184-CC69-4748-911B-250DD904A944}" type="presParOf" srcId="{7E0DB9EA-9190-4734-A407-DC8B5658A273}" destId="{9790D3DE-85DA-4546-AADF-F6075FBD2E61}" srcOrd="2" destOrd="0" presId="urn:microsoft.com/office/officeart/2018/2/layout/IconCircleList"/>
    <dgm:cxn modelId="{4D9F1A9F-FBF5-4BD1-AA75-CA788983A5AF}" type="presParOf" srcId="{7E0DB9EA-9190-4734-A407-DC8B5658A273}" destId="{8B86A8E5-1467-429C-AD6F-C49A1D6C7E17}" srcOrd="3" destOrd="0" presId="urn:microsoft.com/office/officeart/2018/2/layout/IconCircleList"/>
    <dgm:cxn modelId="{0E12DF8B-0518-420E-9B8B-E1B1ACEDB1CD}" type="presParOf" srcId="{CA0EAF95-BBC2-4B18-BC29-0C93EEE83047}" destId="{C4D4C1E2-1E1D-4251-A642-9A858566BDC1}" srcOrd="13" destOrd="0" presId="urn:microsoft.com/office/officeart/2018/2/layout/IconCircleList"/>
    <dgm:cxn modelId="{20ADAFF3-CD09-441D-8C52-D3B4CED2DE66}" type="presParOf" srcId="{CA0EAF95-BBC2-4B18-BC29-0C93EEE83047}" destId="{15CC9926-3086-4BA9-BE58-F7FD29F6C2CC}" srcOrd="14" destOrd="0" presId="urn:microsoft.com/office/officeart/2018/2/layout/IconCircleList"/>
    <dgm:cxn modelId="{7ED0FBDC-6B5A-4B45-843A-A5E5C1DC0B05}" type="presParOf" srcId="{15CC9926-3086-4BA9-BE58-F7FD29F6C2CC}" destId="{53AD5EF0-90F8-4661-B350-69C38040681E}" srcOrd="0" destOrd="0" presId="urn:microsoft.com/office/officeart/2018/2/layout/IconCircleList"/>
    <dgm:cxn modelId="{C396B176-D940-4223-9B35-F097F1746B57}" type="presParOf" srcId="{15CC9926-3086-4BA9-BE58-F7FD29F6C2CC}" destId="{C11298D6-9F4A-41A5-AD95-59C71AE6A0B6}" srcOrd="1" destOrd="0" presId="urn:microsoft.com/office/officeart/2018/2/layout/IconCircleList"/>
    <dgm:cxn modelId="{2F4FBD05-5D88-434B-9E86-AE602F1E4B31}" type="presParOf" srcId="{15CC9926-3086-4BA9-BE58-F7FD29F6C2CC}" destId="{991C602C-C490-4A08-A4E3-6192CE8120B4}" srcOrd="2" destOrd="0" presId="urn:microsoft.com/office/officeart/2018/2/layout/IconCircleList"/>
    <dgm:cxn modelId="{B48B75B7-D524-49E3-8D4D-5C4E33020510}" type="presParOf" srcId="{15CC9926-3086-4BA9-BE58-F7FD29F6C2CC}" destId="{B9B45D5F-956C-4C1A-8755-9761186D1B1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F4209-65B8-48C0-BD40-0FCC7FC8CB6B}">
      <dsp:nvSpPr>
        <dsp:cNvPr id="0" name=""/>
        <dsp:cNvSpPr/>
      </dsp:nvSpPr>
      <dsp:spPr>
        <a:xfrm>
          <a:off x="205509" y="16114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64D04F-80AA-4E47-912F-286725B68940}">
      <dsp:nvSpPr>
        <dsp:cNvPr id="0" name=""/>
        <dsp:cNvSpPr/>
      </dsp:nvSpPr>
      <dsp:spPr>
        <a:xfrm>
          <a:off x="396960" y="207566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5453C-341E-4545-A871-227594AECAA6}">
      <dsp:nvSpPr>
        <dsp:cNvPr id="0" name=""/>
        <dsp:cNvSpPr/>
      </dsp:nvSpPr>
      <dsp:spPr>
        <a:xfrm>
          <a:off x="1312541" y="16114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Operational Guidelines</a:t>
          </a:r>
          <a:endParaRPr lang="en-US" sz="1600" kern="1200"/>
        </a:p>
      </dsp:txBody>
      <dsp:txXfrm>
        <a:off x="1312541" y="16114"/>
        <a:ext cx="2148945" cy="911674"/>
      </dsp:txXfrm>
    </dsp:sp>
    <dsp:sp modelId="{530AAFF3-178C-4476-873B-B5DB3BD5AA33}">
      <dsp:nvSpPr>
        <dsp:cNvPr id="0" name=""/>
        <dsp:cNvSpPr/>
      </dsp:nvSpPr>
      <dsp:spPr>
        <a:xfrm>
          <a:off x="3835925" y="16114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7C350-BF92-4014-8C3D-85A19474780D}">
      <dsp:nvSpPr>
        <dsp:cNvPr id="0" name=""/>
        <dsp:cNvSpPr/>
      </dsp:nvSpPr>
      <dsp:spPr>
        <a:xfrm>
          <a:off x="4027376" y="207566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CB9B6-91F9-4F7F-BDCF-7F16A0957765}">
      <dsp:nvSpPr>
        <dsp:cNvPr id="0" name=""/>
        <dsp:cNvSpPr/>
      </dsp:nvSpPr>
      <dsp:spPr>
        <a:xfrm>
          <a:off x="4942957" y="16114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Frequent awareness on safety measure procedure.</a:t>
          </a:r>
          <a:endParaRPr lang="en-US" sz="1600" kern="1200"/>
        </a:p>
      </dsp:txBody>
      <dsp:txXfrm>
        <a:off x="4942957" y="16114"/>
        <a:ext cx="2148945" cy="911674"/>
      </dsp:txXfrm>
    </dsp:sp>
    <dsp:sp modelId="{A5B0D9C2-7C6E-4139-BC73-A87D805C23C7}">
      <dsp:nvSpPr>
        <dsp:cNvPr id="0" name=""/>
        <dsp:cNvSpPr/>
      </dsp:nvSpPr>
      <dsp:spPr>
        <a:xfrm>
          <a:off x="7466341" y="16114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2449F7-ACD0-45CA-8854-21CA21CBB573}">
      <dsp:nvSpPr>
        <dsp:cNvPr id="0" name=""/>
        <dsp:cNvSpPr/>
      </dsp:nvSpPr>
      <dsp:spPr>
        <a:xfrm>
          <a:off x="7657792" y="207566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86C35-E0C8-4894-975B-047FEF2DA20B}">
      <dsp:nvSpPr>
        <dsp:cNvPr id="0" name=""/>
        <dsp:cNvSpPr/>
      </dsp:nvSpPr>
      <dsp:spPr>
        <a:xfrm>
          <a:off x="8573374" y="16114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Monthly Review Meeting of SHGs.</a:t>
          </a:r>
          <a:endParaRPr lang="en-US" sz="1600" kern="1200"/>
        </a:p>
      </dsp:txBody>
      <dsp:txXfrm>
        <a:off x="8573374" y="16114"/>
        <a:ext cx="2148945" cy="911674"/>
      </dsp:txXfrm>
    </dsp:sp>
    <dsp:sp modelId="{C4377675-BBD1-4D2C-A0DC-ACF40625D457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BA67AE-F76C-41F7-9923-E00358259420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A3966-3EB7-4C99-A1AC-95733A41499F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Role of EA/Accountant on the project. </a:t>
          </a:r>
          <a:endParaRPr lang="en-US" sz="1600" kern="1200" dirty="0"/>
        </a:p>
      </dsp:txBody>
      <dsp:txXfrm>
        <a:off x="1312541" y="1640565"/>
        <a:ext cx="2148945" cy="911674"/>
      </dsp:txXfrm>
    </dsp:sp>
    <dsp:sp modelId="{ABC02B38-C9A5-4271-A89B-8A13EAA77049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78D34-E44F-4B86-BA43-4E21E0FEFB14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01293-2C92-4936-AD7D-2C14AD8E78CC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Quarterly Coordination Meeting with concerned IOCs.</a:t>
          </a:r>
          <a:endParaRPr lang="en-US" sz="1600" kern="1200"/>
        </a:p>
      </dsp:txBody>
      <dsp:txXfrm>
        <a:off x="4942957" y="1640565"/>
        <a:ext cx="2148945" cy="911674"/>
      </dsp:txXfrm>
    </dsp:sp>
    <dsp:sp modelId="{2BC792F5-12A6-4095-AA53-1595E2109C40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19C2D4-02F7-4D7D-B9FB-B99FC2D36B3E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F11A4-492F-49E8-9DFB-5A35100ACCCC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Maintenance of Consumer based MIS at State Level.</a:t>
          </a:r>
          <a:endParaRPr lang="en-US" sz="1600" kern="1200"/>
        </a:p>
      </dsp:txBody>
      <dsp:txXfrm>
        <a:off x="8573374" y="1640565"/>
        <a:ext cx="2148945" cy="911674"/>
      </dsp:txXfrm>
    </dsp:sp>
    <dsp:sp modelId="{1661399A-FA77-4698-8C30-CDB181BAFEE1}">
      <dsp:nvSpPr>
        <dsp:cNvPr id="0" name=""/>
        <dsp:cNvSpPr/>
      </dsp:nvSpPr>
      <dsp:spPr>
        <a:xfrm>
          <a:off x="205509" y="3265016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7F994-C185-4D4F-A845-D9DEA8E82964}">
      <dsp:nvSpPr>
        <dsp:cNvPr id="0" name=""/>
        <dsp:cNvSpPr/>
      </dsp:nvSpPr>
      <dsp:spPr>
        <a:xfrm>
          <a:off x="396960" y="345646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6A8E5-1467-429C-AD6F-C49A1D6C7E17}">
      <dsp:nvSpPr>
        <dsp:cNvPr id="0" name=""/>
        <dsp:cNvSpPr/>
      </dsp:nvSpPr>
      <dsp:spPr>
        <a:xfrm>
          <a:off x="1312541" y="3265016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State Level Call Centre of ORMAS for better monitoring and transparency.</a:t>
          </a:r>
          <a:endParaRPr lang="en-US" sz="1600" kern="1200"/>
        </a:p>
      </dsp:txBody>
      <dsp:txXfrm>
        <a:off x="1312541" y="3265016"/>
        <a:ext cx="2148945" cy="911674"/>
      </dsp:txXfrm>
    </dsp:sp>
    <dsp:sp modelId="{53AD5EF0-90F8-4661-B350-69C38040681E}">
      <dsp:nvSpPr>
        <dsp:cNvPr id="0" name=""/>
        <dsp:cNvSpPr/>
      </dsp:nvSpPr>
      <dsp:spPr>
        <a:xfrm>
          <a:off x="3835925" y="3265016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298D6-9F4A-41A5-AD95-59C71AE6A0B6}">
      <dsp:nvSpPr>
        <dsp:cNvPr id="0" name=""/>
        <dsp:cNvSpPr/>
      </dsp:nvSpPr>
      <dsp:spPr>
        <a:xfrm>
          <a:off x="4027376" y="345646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45D5F-956C-4C1A-8755-9761186D1B1D}">
      <dsp:nvSpPr>
        <dsp:cNvPr id="0" name=""/>
        <dsp:cNvSpPr/>
      </dsp:nvSpPr>
      <dsp:spPr>
        <a:xfrm>
          <a:off x="4942957" y="3265016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Books of Records, Statutory Compliances</a:t>
          </a:r>
          <a:endParaRPr lang="en-US" sz="1600" kern="1200"/>
        </a:p>
      </dsp:txBody>
      <dsp:txXfrm>
        <a:off x="4942957" y="3265016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AEAF9-5865-4FC2-A436-6252D7ABB502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96771-6DD6-4C47-9112-8B20A2E70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611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96771-6DD6-4C47-9112-8B20A2E70FA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760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0C38-8105-84DA-87B9-22300B30A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F177C-93BE-F27B-E7F2-C09DFADED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7A88E-9364-78A4-5565-5222A8083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B752D-5172-0AED-F9EE-4A8C4C8E5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96771-6DD6-4C47-9112-8B20A2E70FA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99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1A9E-3BC4-B34E-852C-F1E8418BE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C3B66-8550-1DFC-2888-56B7E62C9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809B6-50BD-8A61-CA83-824D596D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C63D1-06DE-6776-A271-A0DEA377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63B6C-ED68-C235-1F71-917235D1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90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32D6-CF73-6291-BFCF-F58F739A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52CAE-A8AE-4CCC-A680-D0F9ACFF9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69262-86C5-0554-0DCE-17FD3ECE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801B4-5AEC-9917-0A11-6DE798B2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4265D-DBF5-D9DC-33ED-4A09499BC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29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9E7D-7703-BA2C-2737-78AFC52E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68A0A-A5B6-5A4A-8686-E27994376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A37DC-F556-A596-3B94-DE28EE39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58832-A361-4414-54DF-B124577C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6121C-9EFD-6AF0-C56A-14B9F833F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53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7483-08FD-B1A7-E405-30088AF1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CB85-1CFA-1838-98EE-6BF8F7DAA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DE350-71E7-18CA-C53A-3EDB4FD93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6F7B9-2C75-F396-8EC4-348FE672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CB0D5-015B-76E4-15D1-A51DA71E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B8FF2-149C-31EB-5938-9A20AE9F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73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4B8B-A439-0999-B4A2-7E8C9878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4E98D-7AC9-82D2-56B3-9991F1ABA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B4017-6457-283C-3660-3E6AABAF1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365660-7CD6-4EEE-AC7B-260F8BCBB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B2529-D4D3-7929-1C1F-ECAF74F4C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60C4F-1D15-A8D6-1000-AC854003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42867-13B1-53D9-3BAA-876D4F99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D4BF6-CB85-9179-F6FB-721364C6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38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E081-7CDC-596C-C020-09F29C4A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E0434-756A-4C7F-4D2E-D95B94B4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58686-CF20-FF17-8D77-B945535B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57856-3565-5410-718E-023A9F44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33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336F53-EA61-E0D5-2A3E-3268FADC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4D724-E6D6-953A-D0AB-0230FA69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A8AC1-DFF7-C72D-093F-C80F92DE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376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D898-1D8A-E00E-F8AD-AF0455DA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90C9E-DD12-E4B0-7550-F28D48AA4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E351E-63E6-368C-5820-18EF56F94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32B76-F9FB-BB01-57EF-6F830640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6844C-2E57-6E89-B927-07D10AA28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90EE5-02B9-DC47-1660-838FA210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41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B2BD-5A61-C5FF-89C5-8B4D84628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FE93C2-4479-851E-EF0D-89CB73C7D1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87186-8A41-3822-68AE-C1D04086C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546A1-FF1D-5521-D8BF-4082DD6D9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6680-E22C-FE2D-FC2E-0E48DB4F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98A5E-728A-4E4E-CCE1-00560249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84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FEB4-F4DA-6857-6276-B051C476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9CB35-8EA2-83D1-BE26-795FFD137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66C88-74C2-7473-B357-7BB84355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8C080-975D-59C2-3BC2-0348B2A6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B7588-CFC5-C9DA-D792-4596AEAC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1FACE4-6C50-FA4E-63B3-125E27D97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B7D34-DEA4-8329-99D9-502F3AFE7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1C330-36DB-E4E8-E553-141B5AB4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5137-DF73-7018-9AC0-1B3B71CA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5C66-C75B-1B49-37C1-8FBDA1B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42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C97636-7639-DBDC-D28E-1EAED0A1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D4C37-58BF-FD16-474B-BE01D9839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1A4B5-DAD0-F971-910F-556004CC3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27558-694F-4003-9C13-23A6CCAFC2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2D99E-8BAD-5665-4975-ECE80B8CB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F5B38-92D3-B524-A3DC-9ED2F0B50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B84A3-B964-45E1-824A-82C2891D5A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0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B752F1-909A-0C48-CF9B-0C4E9F873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IN" sz="2900" dirty="0">
                <a:solidFill>
                  <a:schemeClr val="tx2"/>
                </a:solidFill>
              </a:rPr>
              <a:t>Review Meeting on Shakti Gaon Project</a:t>
            </a:r>
            <a:br>
              <a:rPr lang="en-IN" sz="2900" dirty="0">
                <a:solidFill>
                  <a:schemeClr val="tx2"/>
                </a:solidFill>
              </a:rPr>
            </a:br>
            <a:r>
              <a:rPr lang="en-IN" sz="2900" dirty="0">
                <a:solidFill>
                  <a:schemeClr val="tx2"/>
                </a:solidFill>
              </a:rPr>
              <a:t>Date: 7th October 2026	</a:t>
            </a:r>
            <a:br>
              <a:rPr lang="en-IN" sz="2900" dirty="0">
                <a:solidFill>
                  <a:schemeClr val="tx2"/>
                </a:solidFill>
              </a:rPr>
            </a:br>
            <a:r>
              <a:rPr lang="en-IN" sz="2900" dirty="0">
                <a:solidFill>
                  <a:schemeClr val="tx2"/>
                </a:solidFill>
              </a:rPr>
              <a:t>Time: 11.00 AM onwards</a:t>
            </a:r>
            <a:br>
              <a:rPr lang="en-IN" sz="2900" dirty="0">
                <a:solidFill>
                  <a:schemeClr val="tx2"/>
                </a:solidFill>
              </a:rPr>
            </a:br>
            <a:endParaRPr lang="en-IN" sz="29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2B00D-8F6A-DFF9-7974-912C1B0B0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chemeClr val="tx2"/>
                </a:solidFill>
              </a:rPr>
              <a:t>Venue: Conference Hall of ORMAS at SIRD &amp; PR Campus, Unit-8, BBSR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4163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7B7328-9234-2E41-FE20-AC3F8DA91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163680"/>
              </p:ext>
            </p:extLst>
          </p:nvPr>
        </p:nvGraphicFramePr>
        <p:xfrm>
          <a:off x="91440" y="111760"/>
          <a:ext cx="11978639" cy="669443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593322">
                  <a:extLst>
                    <a:ext uri="{9D8B030D-6E8A-4147-A177-3AD203B41FA5}">
                      <a16:colId xmlns:a16="http://schemas.microsoft.com/office/drawing/2014/main" val="1568100182"/>
                    </a:ext>
                  </a:extLst>
                </a:gridCol>
                <a:gridCol w="2686626">
                  <a:extLst>
                    <a:ext uri="{9D8B030D-6E8A-4147-A177-3AD203B41FA5}">
                      <a16:colId xmlns:a16="http://schemas.microsoft.com/office/drawing/2014/main" val="3935877184"/>
                    </a:ext>
                  </a:extLst>
                </a:gridCol>
                <a:gridCol w="2318011">
                  <a:extLst>
                    <a:ext uri="{9D8B030D-6E8A-4147-A177-3AD203B41FA5}">
                      <a16:colId xmlns:a16="http://schemas.microsoft.com/office/drawing/2014/main" val="3836807783"/>
                    </a:ext>
                  </a:extLst>
                </a:gridCol>
                <a:gridCol w="2380680">
                  <a:extLst>
                    <a:ext uri="{9D8B030D-6E8A-4147-A177-3AD203B41FA5}">
                      <a16:colId xmlns:a16="http://schemas.microsoft.com/office/drawing/2014/main" val="2989104644"/>
                    </a:ext>
                  </a:extLst>
                </a:gridCol>
              </a:tblGrid>
              <a:tr h="620049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4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BASIC STATUS OF SHAKTIGAON PROJECT</a:t>
                      </a:r>
                      <a:endParaRPr lang="en-IN" sz="4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286230"/>
                  </a:ext>
                </a:extLst>
              </a:tr>
              <a:tr h="480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600" b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Particulars</a:t>
                      </a:r>
                      <a:endParaRPr lang="en-IN" sz="2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6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Ganjam </a:t>
                      </a:r>
                      <a:endParaRPr lang="en-IN" sz="2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6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Jagatsinghpur</a:t>
                      </a:r>
                      <a:endParaRPr lang="en-IN" sz="2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6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Sundargada</a:t>
                      </a:r>
                      <a:endParaRPr lang="en-IN" sz="2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688537"/>
                  </a:ext>
                </a:extLst>
              </a:tr>
              <a:tr h="3644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</a:t>
                      </a:r>
                      <a:r>
                        <a:rPr lang="en-IN" sz="2000">
                          <a:latin typeface="+mn-lt"/>
                        </a:rPr>
                        <a:t>Customers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49887</a:t>
                      </a: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20800</a:t>
                      </a: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5265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2106573448"/>
                  </a:ext>
                </a:extLst>
              </a:tr>
              <a:tr h="3644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Active </a:t>
                      </a:r>
                      <a:r>
                        <a:rPr kumimoji="0" lang="en-IN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Customers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40979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15504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3077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2459069959"/>
                  </a:ext>
                </a:extLst>
              </a:tr>
              <a:tr h="3644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No. of  KYC Complied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30979</a:t>
                      </a: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11065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1784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3048129933"/>
                  </a:ext>
                </a:extLst>
              </a:tr>
              <a:tr h="3644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 Day  Average delivery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580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250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30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3668234695"/>
                  </a:ext>
                </a:extLst>
              </a:tr>
              <a:tr h="3644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 Day DAC Compliance  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99%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85%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100%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394087196"/>
                  </a:ext>
                </a:extLst>
              </a:tr>
              <a:tr h="1111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 Day  Average Digital Booking 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</a:rPr>
                        <a:t>100%.But</a:t>
                      </a:r>
                      <a:r>
                        <a:rPr lang="en-US" sz="1800" b="0" baseline="0" dirty="0">
                          <a:latin typeface="+mn-lt"/>
                        </a:rPr>
                        <a:t> </a:t>
                      </a:r>
                      <a:r>
                        <a:rPr lang="en-US" sz="1800" b="0" dirty="0">
                          <a:latin typeface="+mn-lt"/>
                        </a:rPr>
                        <a:t>in some cases, system booking is</a:t>
                      </a:r>
                      <a:r>
                        <a:rPr lang="en-US" sz="1800" b="0" baseline="0" dirty="0">
                          <a:latin typeface="+mn-lt"/>
                        </a:rPr>
                        <a:t> made </a:t>
                      </a:r>
                      <a:r>
                        <a:rPr lang="en-US" sz="1800" b="0" dirty="0">
                          <a:latin typeface="+mn-lt"/>
                        </a:rPr>
                        <a:t>for 2–4 nos., as per</a:t>
                      </a:r>
                      <a:r>
                        <a:rPr lang="en-US" sz="1800" b="0" baseline="0" dirty="0">
                          <a:latin typeface="+mn-lt"/>
                        </a:rPr>
                        <a:t> requirement</a:t>
                      </a:r>
                      <a:r>
                        <a:rPr lang="en-US" sz="1800" b="0" dirty="0">
                          <a:latin typeface="+mn-lt"/>
                        </a:rPr>
                        <a:t>.</a:t>
                      </a: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95%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100%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363332143"/>
                  </a:ext>
                </a:extLst>
              </a:tr>
              <a:tr h="620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Tax Audit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Will</a:t>
                      </a:r>
                      <a:r>
                        <a:rPr lang="en-IN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be filed  before 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  <a:r>
                        <a:rPr lang="en-I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</a:t>
                      </a: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of  Oct</a:t>
                      </a: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will</a:t>
                      </a:r>
                      <a:r>
                        <a:rPr lang="en-IN" sz="20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be complete by 15</a:t>
                      </a:r>
                      <a:r>
                        <a:rPr lang="en-IN" sz="2000" b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</a:t>
                      </a:r>
                      <a:r>
                        <a:rPr lang="en-IN" sz="2000" b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October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Completed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4092932888"/>
                  </a:ext>
                </a:extLst>
              </a:tr>
              <a:tr h="620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Status of Explosive Licence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valid till 30/09/2027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In Progress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Valid Up to 30/09/2029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1748134440"/>
                  </a:ext>
                </a:extLst>
              </a:tr>
              <a:tr h="3644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No. of Manpower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28107098"/>
                  </a:ext>
                </a:extLst>
              </a:tr>
              <a:tr h="3644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Shortfall of Cylinder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300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263988428"/>
                  </a:ext>
                </a:extLst>
              </a:tr>
              <a:tr h="6915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Monthly review meeting with SHG (Yes/No)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Yes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 Yes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No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194" marR="6194" marT="6194" marB="0" anchor="ctr"/>
                </a:tc>
                <a:extLst>
                  <a:ext uri="{0D108BD9-81ED-4DB2-BD59-A6C34878D82A}">
                    <a16:rowId xmlns:a16="http://schemas.microsoft.com/office/drawing/2014/main" val="2296887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8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ED01A9-3657-F8BE-355E-D628DE82F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026092"/>
              </p:ext>
            </p:extLst>
          </p:nvPr>
        </p:nvGraphicFramePr>
        <p:xfrm>
          <a:off x="0" y="288484"/>
          <a:ext cx="12191998" cy="633371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650264">
                  <a:extLst>
                    <a:ext uri="{9D8B030D-6E8A-4147-A177-3AD203B41FA5}">
                      <a16:colId xmlns:a16="http://schemas.microsoft.com/office/drawing/2014/main" val="829077318"/>
                    </a:ext>
                  </a:extLst>
                </a:gridCol>
                <a:gridCol w="1904808">
                  <a:extLst>
                    <a:ext uri="{9D8B030D-6E8A-4147-A177-3AD203B41FA5}">
                      <a16:colId xmlns:a16="http://schemas.microsoft.com/office/drawing/2014/main" val="3069123224"/>
                    </a:ext>
                  </a:extLst>
                </a:gridCol>
                <a:gridCol w="2936037">
                  <a:extLst>
                    <a:ext uri="{9D8B030D-6E8A-4147-A177-3AD203B41FA5}">
                      <a16:colId xmlns:a16="http://schemas.microsoft.com/office/drawing/2014/main" val="214604326"/>
                    </a:ext>
                  </a:extLst>
                </a:gridCol>
                <a:gridCol w="2700889">
                  <a:extLst>
                    <a:ext uri="{9D8B030D-6E8A-4147-A177-3AD203B41FA5}">
                      <a16:colId xmlns:a16="http://schemas.microsoft.com/office/drawing/2014/main" val="65904890"/>
                    </a:ext>
                  </a:extLst>
                </a:gridCol>
              </a:tblGrid>
              <a:tr h="657105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40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STATUS OF INSTITUTIONAL TIE UP</a:t>
                      </a:r>
                      <a:endParaRPr lang="en-IN" sz="4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861335"/>
                  </a:ext>
                </a:extLst>
              </a:tr>
              <a:tr h="11300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100" b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Institutional tie up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100" b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Ganjam </a:t>
                      </a:r>
                      <a:endParaRPr lang="en-IN" sz="3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1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Jagatsinghpur</a:t>
                      </a:r>
                      <a:endParaRPr lang="en-IN" sz="3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100" b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Sundargada</a:t>
                      </a:r>
                      <a:endParaRPr lang="en-IN" sz="3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44527"/>
                  </a:ext>
                </a:extLst>
              </a:tr>
              <a:tr h="9949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No. of Anganwadi Centres tagged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5138</a:t>
                      </a: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1500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Recently inspection report of  98 AWC has been sent to TM,BPCL and subsequently  connection has been approved by TM, BPCL. The connection will be released soon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extLst>
                  <a:ext uri="{0D108BD9-81ED-4DB2-BD59-A6C34878D82A}">
                    <a16:rowId xmlns:a16="http://schemas.microsoft.com/office/drawing/2014/main" val="355995361"/>
                  </a:ext>
                </a:extLst>
              </a:tr>
              <a:tr h="7444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Average daily supply to AWC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300-400</a:t>
                      </a: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40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extLst>
                  <a:ext uri="{0D108BD9-81ED-4DB2-BD59-A6C34878D82A}">
                    <a16:rowId xmlns:a16="http://schemas.microsoft.com/office/drawing/2014/main" val="662879486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Other Institutional tie up Nos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63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10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3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extLst>
                  <a:ext uri="{0D108BD9-81ED-4DB2-BD59-A6C34878D82A}">
                    <a16:rowId xmlns:a16="http://schemas.microsoft.com/office/drawing/2014/main" val="2468095306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Daily Average supply Nos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6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40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3 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extLst>
                  <a:ext uri="{0D108BD9-81ED-4DB2-BD59-A6C34878D82A}">
                    <a16:rowId xmlns:a16="http://schemas.microsoft.com/office/drawing/2014/main" val="317455224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No. of hotel tagged Nos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295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15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 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extLst>
                  <a:ext uri="{0D108BD9-81ED-4DB2-BD59-A6C34878D82A}">
                    <a16:rowId xmlns:a16="http://schemas.microsoft.com/office/drawing/2014/main" val="536712607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Daily Average supply Nos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6-8</a:t>
                      </a: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5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7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 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303" marR="7303" marT="7303" marB="0" anchor="ctr"/>
                </a:tc>
                <a:extLst>
                  <a:ext uri="{0D108BD9-81ED-4DB2-BD59-A6C34878D82A}">
                    <a16:rowId xmlns:a16="http://schemas.microsoft.com/office/drawing/2014/main" val="1287047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40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99098-2F1D-002A-BD29-241E6C51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B60F1A-2A54-1980-19CF-2288175A9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BA0956C-E766-E793-AE9D-BE1BE2088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BB9201-B2C6-998E-77D1-05A1933BE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5A58F6-E5B9-2659-1B19-FF4C4D27A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4F2F612-CBDC-9172-91C4-5C36C48E1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6BF1576-C594-C22A-3A03-CBFF5ADE2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050FB50-622B-EC6D-8FA5-E551C28C2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32299D-4987-E571-8B72-902FB06D3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255975"/>
              </p:ext>
            </p:extLst>
          </p:nvPr>
        </p:nvGraphicFramePr>
        <p:xfrm>
          <a:off x="152400" y="890903"/>
          <a:ext cx="11856720" cy="567861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946159">
                  <a:extLst>
                    <a:ext uri="{9D8B030D-6E8A-4147-A177-3AD203B41FA5}">
                      <a16:colId xmlns:a16="http://schemas.microsoft.com/office/drawing/2014/main" val="4157369632"/>
                    </a:ext>
                  </a:extLst>
                </a:gridCol>
                <a:gridCol w="1910561">
                  <a:extLst>
                    <a:ext uri="{9D8B030D-6E8A-4147-A177-3AD203B41FA5}">
                      <a16:colId xmlns:a16="http://schemas.microsoft.com/office/drawing/2014/main" val="3980282989"/>
                    </a:ext>
                  </a:extLst>
                </a:gridCol>
              </a:tblGrid>
              <a:tr h="7666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4400" b="1" dirty="0"/>
                        <a:t>Submission of Documents to IOCL</a:t>
                      </a:r>
                      <a:endParaRPr lang="en-IN" sz="4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451131"/>
                  </a:ext>
                </a:extLst>
              </a:tr>
              <a:tr h="10995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Documents</a:t>
                      </a:r>
                      <a:endParaRPr lang="en-IN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3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Status (Yes/No)</a:t>
                      </a:r>
                      <a:endParaRPr lang="en-IN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143027"/>
                  </a:ext>
                </a:extLst>
              </a:tr>
              <a:tr h="7402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Copy of the PAN Card with due attested.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0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Yes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1703955754"/>
                  </a:ext>
                </a:extLst>
              </a:tr>
              <a:tr h="7402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Copy of the Bank Pass Book with address duly attested.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Yes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1374863590"/>
                  </a:ext>
                </a:extLst>
              </a:tr>
              <a:tr h="7402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Copy of the valid Explosive License with duly attested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Yes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870868763"/>
                  </a:ext>
                </a:extLst>
              </a:tr>
              <a:tr h="4844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800" b="0" u="none" strike="noStrike">
                          <a:solidFill>
                            <a:srgbClr val="000000"/>
                          </a:solidFill>
                          <a:effectLst/>
                        </a:rPr>
                        <a:t>Original Cancel Cheque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Yes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4151672601"/>
                  </a:ext>
                </a:extLst>
              </a:tr>
              <a:tr h="1107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Physical Stock details (Empty Cylinder and other accessories) with number duly certified.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6" marR="5446" marT="544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800" b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Yes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L="5446" marR="5446" marT="5446" marB="0" anchor="ctr"/>
                </a:tc>
                <a:extLst>
                  <a:ext uri="{0D108BD9-81ED-4DB2-BD59-A6C34878D82A}">
                    <a16:rowId xmlns:a16="http://schemas.microsoft.com/office/drawing/2014/main" val="303140609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DE53CA1-65F4-FB8B-015B-E23773BF703E}"/>
              </a:ext>
            </a:extLst>
          </p:cNvPr>
          <p:cNvSpPr txBox="1">
            <a:spLocks/>
          </p:cNvSpPr>
          <p:nvPr/>
        </p:nvSpPr>
        <p:spPr>
          <a:xfrm>
            <a:off x="152400" y="232079"/>
            <a:ext cx="11856720" cy="648665"/>
          </a:xfrm>
          <a:prstGeom prst="rect">
            <a:avLst/>
          </a:prstGeom>
          <a:solidFill>
            <a:srgbClr val="000000"/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 SO FAR…., MAYURBHANJ</a:t>
            </a:r>
          </a:p>
        </p:txBody>
      </p:sp>
    </p:spTree>
    <p:extLst>
      <p:ext uri="{BB962C8B-B14F-4D97-AF65-F5344CB8AC3E}">
        <p14:creationId xmlns:p14="http://schemas.microsoft.com/office/powerpoint/2010/main" val="404589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D534D-49C0-C23D-21D1-B38347A3B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349112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</a:rPr>
              <a:t>POINTS TO BE DISCUSSED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C6778A-4325-82A7-921E-7BCDE3284E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326648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7235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E710DD7A-5EEB-BA7F-433B-497929DAEE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981208"/>
            <a:ext cx="1478280" cy="14782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41D0C-9B6B-0080-08B0-2C3B36F02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480" y="3151218"/>
            <a:ext cx="5801917" cy="205704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11800" dirty="0"/>
              <a:t>Thank You</a:t>
            </a:r>
          </a:p>
        </p:txBody>
      </p:sp>
      <p:pic>
        <p:nvPicPr>
          <p:cNvPr id="9" name="Graphic 8" descr="Handshake">
            <a:extLst>
              <a:ext uri="{FF2B5EF4-FFF2-40B4-BE49-F238E27FC236}">
                <a16:creationId xmlns:a16="http://schemas.microsoft.com/office/drawing/2014/main" id="{8FF1999C-F284-49E6-A2A5-FC4F61611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49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433</Words>
  <Application>Microsoft Office PowerPoint</Application>
  <PresentationFormat>Widescreen</PresentationFormat>
  <Paragraphs>106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Review Meeting on Shakti Gaon Project Date: 7th October 2026  Time: 11.00 AM onwards </vt:lpstr>
      <vt:lpstr>PowerPoint Presentation</vt:lpstr>
      <vt:lpstr>PowerPoint Presentation</vt:lpstr>
      <vt:lpstr>PowerPoint Presentation</vt:lpstr>
      <vt:lpstr>POINTS TO BE DISCUSSED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HA179602@365mak.com</dc:creator>
  <cp:lastModifiedBy>HA179602@365mak.com</cp:lastModifiedBy>
  <cp:revision>38</cp:revision>
  <dcterms:created xsi:type="dcterms:W3CDTF">2026-10-05T10:29:38Z</dcterms:created>
  <dcterms:modified xsi:type="dcterms:W3CDTF">2026-10-06T14:15:28Z</dcterms:modified>
</cp:coreProperties>
</file>